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753600" cy="7315200"/>
  <p:notesSz cx="6858000" cy="9144000"/>
  <p:embeddedFontLst>
    <p:embeddedFont>
      <p:font typeface="Anonymous Pro Bold" charset="1" panose="02060809030202000504"/>
      <p:regular r:id="rId12"/>
    </p:embeddedFont>
    <p:embeddedFont>
      <p:font typeface="Anonymous Pro" charset="1" panose="020606090302020005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9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5156" y="1619088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8176" y="2899173"/>
            <a:ext cx="8860858" cy="141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b="true" sz="4025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EVENTZO - WEBOVA APLIKÁCIA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752644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95444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24856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24856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08917" y="5252086"/>
            <a:ext cx="2494778" cy="1935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1"/>
              </a:lnSpc>
            </a:pPr>
            <a:r>
              <a:rPr lang="en-US" b="true" sz="2179" spc="675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DOMINIK KOVÁČ</a:t>
            </a:r>
          </a:p>
          <a:p>
            <a:pPr algn="ctr">
              <a:lnSpc>
                <a:spcPts val="3051"/>
              </a:lnSpc>
            </a:pPr>
            <a:r>
              <a:rPr lang="en-US" b="true" sz="2179" spc="675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IV.D</a:t>
            </a:r>
          </a:p>
          <a:p>
            <a:pPr algn="ctr">
              <a:lnSpc>
                <a:spcPts val="3051"/>
              </a:lnSpc>
              <a:spcBef>
                <a:spcPct val="0"/>
              </a:spcBef>
            </a:pPr>
            <a:r>
              <a:rPr lang="en-US" b="true" sz="2179" spc="675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SPŠE HÁLOVA,16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9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95444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1700" y="-19050"/>
            <a:ext cx="7602391" cy="7391109"/>
          </a:xfrm>
          <a:custGeom>
            <a:avLst/>
            <a:gdLst/>
            <a:ahLst/>
            <a:cxnLst/>
            <a:rect r="r" b="b" t="t" l="l"/>
            <a:pathLst>
              <a:path h="7391109" w="7602391">
                <a:moveTo>
                  <a:pt x="0" y="0"/>
                </a:moveTo>
                <a:lnTo>
                  <a:pt x="7602391" y="0"/>
                </a:lnTo>
                <a:lnTo>
                  <a:pt x="7602391" y="7391109"/>
                </a:lnTo>
                <a:lnTo>
                  <a:pt x="0" y="7391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429" r="0" b="-142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71700" y="860797"/>
            <a:ext cx="1734213" cy="712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634"/>
              </a:lnSpc>
            </a:pPr>
            <a:r>
              <a:rPr lang="en-US" b="true" sz="4025" spc="40">
                <a:solidFill>
                  <a:srgbClr val="26499E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01.</a:t>
            </a:r>
          </a:p>
          <a:p>
            <a:pPr algn="r">
              <a:lnSpc>
                <a:spcPts val="5634"/>
              </a:lnSpc>
            </a:pPr>
            <a:r>
              <a:rPr lang="en-US" b="true" sz="4025" spc="40">
                <a:solidFill>
                  <a:srgbClr val="26499E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02.</a:t>
            </a:r>
          </a:p>
          <a:p>
            <a:pPr algn="r">
              <a:lnSpc>
                <a:spcPts val="5634"/>
              </a:lnSpc>
            </a:pPr>
            <a:r>
              <a:rPr lang="en-US" b="true" sz="4025" spc="40">
                <a:solidFill>
                  <a:srgbClr val="26499E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03.</a:t>
            </a:r>
          </a:p>
          <a:p>
            <a:pPr algn="r">
              <a:lnSpc>
                <a:spcPts val="5635"/>
              </a:lnSpc>
            </a:pPr>
            <a:r>
              <a:rPr lang="en-US" b="true" sz="4025" spc="40">
                <a:solidFill>
                  <a:srgbClr val="26499E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04.</a:t>
            </a:r>
          </a:p>
          <a:p>
            <a:pPr algn="r">
              <a:lnSpc>
                <a:spcPts val="5635"/>
              </a:lnSpc>
            </a:pPr>
          </a:p>
          <a:p>
            <a:pPr algn="r">
              <a:lnSpc>
                <a:spcPts val="5635"/>
              </a:lnSpc>
            </a:pPr>
            <a:r>
              <a:rPr lang="en-US" b="true" sz="4025" spc="40">
                <a:solidFill>
                  <a:srgbClr val="26499E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05.</a:t>
            </a:r>
          </a:p>
          <a:p>
            <a:pPr algn="r">
              <a:lnSpc>
                <a:spcPts val="5635"/>
              </a:lnSpc>
            </a:pPr>
          </a:p>
          <a:p>
            <a:pPr algn="r">
              <a:lnSpc>
                <a:spcPts val="5634"/>
              </a:lnSpc>
            </a:pPr>
          </a:p>
          <a:p>
            <a:pPr algn="r">
              <a:lnSpc>
                <a:spcPts val="5634"/>
              </a:lnSpc>
            </a:pPr>
          </a:p>
          <a:p>
            <a:pPr algn="r">
              <a:lnSpc>
                <a:spcPts val="563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114800" y="953712"/>
            <a:ext cx="5467350" cy="52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6"/>
              </a:lnSpc>
            </a:pPr>
            <a:r>
              <a:rPr lang="en-US" sz="3018" spc="3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Laravel - backend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14800" y="1658481"/>
            <a:ext cx="5467350" cy="52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6"/>
              </a:lnSpc>
            </a:pPr>
            <a:r>
              <a:rPr lang="en-US" sz="3018" spc="3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MySql - Databáza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14799" y="2382381"/>
            <a:ext cx="5467350" cy="52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6"/>
              </a:lnSpc>
            </a:pPr>
            <a:r>
              <a:rPr lang="en-US" sz="3018" spc="3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Bootstrap 5 -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14799" y="2903580"/>
            <a:ext cx="5467350" cy="212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6"/>
              </a:lnSpc>
            </a:pPr>
            <a:r>
              <a:rPr lang="en-US" sz="3018" spc="3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Analýza existujúcich systémov</a:t>
            </a:r>
          </a:p>
          <a:p>
            <a:pPr algn="l">
              <a:lnSpc>
                <a:spcPts val="4226"/>
              </a:lnSpc>
            </a:pPr>
          </a:p>
          <a:p>
            <a:pPr algn="l">
              <a:lnSpc>
                <a:spcPts val="4226"/>
              </a:lnSpc>
            </a:pPr>
            <a:r>
              <a:rPr lang="en-US" sz="3018" spc="3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MVC architektúra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1568554" y="2594292"/>
            <a:ext cx="5353892" cy="212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b="true" sz="4025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ANALÝZA A VÝBER TECHNOLÓGIÍ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752644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9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5156" y="1619088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6617" y="984811"/>
            <a:ext cx="8860858" cy="141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b="true" sz="4025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FUNKCIONALITA APLIKÁCIE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752644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95444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24856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24856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3424493"/>
            <a:ext cx="9791164" cy="3904901"/>
          </a:xfrm>
          <a:custGeom>
            <a:avLst/>
            <a:gdLst/>
            <a:ahLst/>
            <a:cxnLst/>
            <a:rect r="r" b="b" t="t" l="l"/>
            <a:pathLst>
              <a:path h="3904901" w="9791164">
                <a:moveTo>
                  <a:pt x="0" y="0"/>
                </a:moveTo>
                <a:lnTo>
                  <a:pt x="9791164" y="0"/>
                </a:lnTo>
                <a:lnTo>
                  <a:pt x="9791164" y="3904902"/>
                </a:lnTo>
                <a:lnTo>
                  <a:pt x="0" y="3904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5370" r="0" b="-7537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6617" y="3609975"/>
            <a:ext cx="8905875" cy="2111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Registrácia</a:t>
            </a: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a prihlásenie používateľa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Vytváranie podujatí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Správa účastníkov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Generovanie QR kódov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Responzívny dizajn</a:t>
            </a:r>
          </a:p>
          <a:p>
            <a:pPr algn="l">
              <a:lnSpc>
                <a:spcPts val="281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9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5156" y="1619088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6617" y="984811"/>
            <a:ext cx="8860858" cy="141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b="true" sz="4025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</a:t>
            </a:r>
            <a:r>
              <a:rPr lang="en-US" b="true" sz="4025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ATABÁZA A BEZPEČNOSŤ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752644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95444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24856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24856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3424493"/>
            <a:ext cx="9791164" cy="3904901"/>
          </a:xfrm>
          <a:custGeom>
            <a:avLst/>
            <a:gdLst/>
            <a:ahLst/>
            <a:cxnLst/>
            <a:rect r="r" b="b" t="t" l="l"/>
            <a:pathLst>
              <a:path h="3904901" w="9791164">
                <a:moveTo>
                  <a:pt x="0" y="0"/>
                </a:moveTo>
                <a:lnTo>
                  <a:pt x="9791164" y="0"/>
                </a:lnTo>
                <a:lnTo>
                  <a:pt x="9791164" y="3904902"/>
                </a:lnTo>
                <a:lnTo>
                  <a:pt x="0" y="3904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5370" r="0" b="-7537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8941" y="4921651"/>
            <a:ext cx="8905875" cy="175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T</a:t>
            </a: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abuľky: users, events, registrations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Vzťahy medzi tabuľkami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Ochrana hesiel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Validácia údajov</a:t>
            </a:r>
          </a:p>
          <a:p>
            <a:pPr algn="ctr">
              <a:lnSpc>
                <a:spcPts val="281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9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5156" y="1619088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6617" y="984811"/>
            <a:ext cx="8860858" cy="141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b="true" sz="4025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PRÍNOS </a:t>
            </a:r>
            <a:r>
              <a:rPr lang="en-US" b="true" sz="4025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 BUDÚCI ROZVOJ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752644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95444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24856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24856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3424493"/>
            <a:ext cx="9791164" cy="3904901"/>
          </a:xfrm>
          <a:custGeom>
            <a:avLst/>
            <a:gdLst/>
            <a:ahLst/>
            <a:cxnLst/>
            <a:rect r="r" b="b" t="t" l="l"/>
            <a:pathLst>
              <a:path h="3904901" w="9791164">
                <a:moveTo>
                  <a:pt x="0" y="0"/>
                </a:moveTo>
                <a:lnTo>
                  <a:pt x="9791164" y="0"/>
                </a:lnTo>
                <a:lnTo>
                  <a:pt x="9791164" y="3904902"/>
                </a:lnTo>
                <a:lnTo>
                  <a:pt x="0" y="3904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5370" r="0" b="-7537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6617" y="3799487"/>
            <a:ext cx="8905875" cy="246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Funkčný prototyp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</a:t>
            </a: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raktické využitie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Možné rozšírenia: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online platby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mobilná aplikácia</a:t>
            </a:r>
          </a:p>
          <a:p>
            <a:pPr algn="l" marL="434498" indent="-217249" lvl="1">
              <a:lnSpc>
                <a:spcPts val="2817"/>
              </a:lnSpc>
              <a:buFont typeface="Arial"/>
              <a:buChar char="•"/>
            </a:pPr>
            <a:r>
              <a:rPr lang="en-US" sz="2012" spc="2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štatistiky</a:t>
            </a:r>
          </a:p>
          <a:p>
            <a:pPr algn="l">
              <a:lnSpc>
                <a:spcPts val="281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9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24856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24856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52644" y="-1305087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95444" y="4962363"/>
            <a:ext cx="4743450" cy="4095750"/>
          </a:xfrm>
          <a:custGeom>
            <a:avLst/>
            <a:gdLst/>
            <a:ahLst/>
            <a:cxnLst/>
            <a:rect r="r" b="b" t="t" l="l"/>
            <a:pathLst>
              <a:path h="4095750" w="47434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" t="0" r="-16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67260" y="2223546"/>
            <a:ext cx="2509655" cy="2178191"/>
          </a:xfrm>
          <a:custGeom>
            <a:avLst/>
            <a:gdLst/>
            <a:ahLst/>
            <a:cxnLst/>
            <a:rect r="r" b="b" t="t" l="l"/>
            <a:pathLst>
              <a:path h="2178191" w="2509655">
                <a:moveTo>
                  <a:pt x="0" y="0"/>
                </a:moveTo>
                <a:lnTo>
                  <a:pt x="2509656" y="0"/>
                </a:lnTo>
                <a:lnTo>
                  <a:pt x="2509656" y="2178192"/>
                </a:lnTo>
                <a:lnTo>
                  <a:pt x="0" y="21781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26" t="0" r="-42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9214" y="4600878"/>
            <a:ext cx="8810625" cy="69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b="true" sz="4025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ĎAKUJEM ZA POZORNOSŤ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DAHCvO73wLY</dc:identifier>
  <dcterms:modified xsi:type="dcterms:W3CDTF">2011-08-01T06:04:30Z</dcterms:modified>
  <cp:revision>1</cp:revision>
  <dc:title>Eventzo - webova aplikácia</dc:title>
</cp:coreProperties>
</file>