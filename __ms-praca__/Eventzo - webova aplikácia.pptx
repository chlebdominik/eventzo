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753600" cy="7315200"/>
  <p:notesSz cx="6858000" cy="9144000"/>
  <p:embeddedFontLst>
    <p:embeddedFont>
      <p:font typeface="Anonymous Pro" panose="020B0604020202020204" charset="0"/>
      <p:regular r:id="rId11"/>
    </p:embeddedFont>
    <p:embeddedFont>
      <p:font typeface="Anonymous Pr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1574" y="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638176" y="2899173"/>
            <a:ext cx="8860858" cy="141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EVENTZO - WEBOVA APLIKÁCIA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TextBox 8"/>
          <p:cNvSpPr txBox="1"/>
          <p:nvPr/>
        </p:nvSpPr>
        <p:spPr>
          <a:xfrm>
            <a:off x="1108917" y="5252086"/>
            <a:ext cx="2494778" cy="1935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1"/>
              </a:lnSpc>
            </a:pPr>
            <a:r>
              <a:rPr lang="en-US" sz="2179" b="1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DOMINIK KOVÁČ</a:t>
            </a:r>
          </a:p>
          <a:p>
            <a:pPr algn="ctr">
              <a:lnSpc>
                <a:spcPts val="3051"/>
              </a:lnSpc>
            </a:pPr>
            <a:r>
              <a:rPr lang="en-US" sz="2179" b="1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IV.D</a:t>
            </a:r>
          </a:p>
          <a:p>
            <a:pPr algn="ctr">
              <a:lnSpc>
                <a:spcPts val="3051"/>
              </a:lnSpc>
              <a:spcBef>
                <a:spcPct val="0"/>
              </a:spcBef>
            </a:pPr>
            <a:r>
              <a:rPr lang="en-US" sz="2179" b="1" spc="675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SPŠE HÁLOVA,16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72038" y="3265805"/>
            <a:ext cx="9525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5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6508521" y="6450673"/>
            <a:ext cx="2432671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b="1" spc="21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KONZULTANT: DOMINIK ZATKALÍK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Freeform 3"/>
          <p:cNvSpPr/>
          <p:nvPr/>
        </p:nvSpPr>
        <p:spPr>
          <a:xfrm>
            <a:off x="2171700" y="-19050"/>
            <a:ext cx="7602391" cy="7391109"/>
          </a:xfrm>
          <a:custGeom>
            <a:avLst/>
            <a:gdLst/>
            <a:ahLst/>
            <a:cxnLst/>
            <a:rect l="l" t="t" r="r" b="b"/>
            <a:pathLst>
              <a:path w="7602391" h="7391109">
                <a:moveTo>
                  <a:pt x="0" y="0"/>
                </a:moveTo>
                <a:lnTo>
                  <a:pt x="7602391" y="0"/>
                </a:lnTo>
                <a:lnTo>
                  <a:pt x="7602391" y="7391109"/>
                </a:lnTo>
                <a:lnTo>
                  <a:pt x="0" y="7391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429" b="-1429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TextBox 4"/>
          <p:cNvSpPr txBox="1"/>
          <p:nvPr/>
        </p:nvSpPr>
        <p:spPr>
          <a:xfrm>
            <a:off x="2448006" y="674370"/>
            <a:ext cx="4665796" cy="363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Predstavenie projektu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Použité technológie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Databázová štruktúra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Funkcie systému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Priebeh vývoja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Zhrnutie výsledkov</a:t>
            </a:r>
          </a:p>
          <a:p>
            <a:pPr marL="556197" lvl="1" indent="-278099" algn="l">
              <a:lnSpc>
                <a:spcPts val="3606"/>
              </a:lnSpc>
              <a:buFont typeface="Arial"/>
              <a:buChar char="•"/>
            </a:pPr>
            <a:r>
              <a:rPr lang="en-US" sz="2576" spc="25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Poďakovanie</a:t>
            </a:r>
          </a:p>
          <a:p>
            <a:pPr algn="l">
              <a:lnSpc>
                <a:spcPts val="3606"/>
              </a:lnSpc>
            </a:pPr>
            <a:endParaRPr lang="en-US" sz="2576" spc="25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5" name="TextBox 5"/>
          <p:cNvSpPr txBox="1"/>
          <p:nvPr/>
        </p:nvSpPr>
        <p:spPr>
          <a:xfrm rot="-5400000">
            <a:off x="-1682218" y="3274536"/>
            <a:ext cx="5353892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OBSAH</a:t>
            </a:r>
          </a:p>
        </p:txBody>
      </p:sp>
      <p:sp>
        <p:nvSpPr>
          <p:cNvPr id="6" name="Freeform 6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1412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PREDSTAVENIE PROJEKTU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192864" y="3619338"/>
            <a:ext cx="7974239" cy="1886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1"/>
              </a:lnSpc>
            </a:pPr>
            <a:r>
              <a:rPr lang="en-US" sz="1793" spc="17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EventZo je webová aplikácia určená na predaj lístkov na kultúrne a hudobné podujatia. Cieľom projektu bolo vytvoriť funkčný systém, ktorý umožňuje organizátorom vytvárať eventy a návštevníkom nakupovať lístky online. Projekt bol vytvorený ako školská záverečná práca s dôrazom na reálnu funkčnosť systému.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POUŽITÉ TECHNOLÓGIE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76281" y="3483721"/>
            <a:ext cx="6365524" cy="378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Laravel 12 — PHP framework pre backend logiku, routing, autentifikáciu a správu databázy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PHP 8.2 — serverový jazyk na ktorom beží celá aplikácia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MySQL — relačná databáza na ukladanie eventov, lístkov, objednávok a používateľov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Blade — šablónovací systém Laravelu pre tvorbu HTML stránok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JavaScript — použitý na živý QR skener cez kameru a dynamické formuláre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jsQR — knižnica na dekódovanie QR kódov priamo v prehliadači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Resend — služba na odosielanie emailov s potvrdením objednávky</a:t>
            </a:r>
          </a:p>
          <a:p>
            <a:pPr marL="310560" lvl="1" indent="-155280" algn="l">
              <a:lnSpc>
                <a:spcPts val="2013"/>
              </a:lnSpc>
              <a:buFont typeface="Arial"/>
              <a:buChar char="•"/>
            </a:pPr>
            <a:r>
              <a:rPr lang="en-US" sz="1438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QuickChart API — externé API na generovanie QR kódov ako obrázkov do emailu</a:t>
            </a:r>
          </a:p>
          <a:p>
            <a:pPr algn="ctr">
              <a:lnSpc>
                <a:spcPts val="2013"/>
              </a:lnSpc>
            </a:pPr>
            <a:endParaRPr lang="en-US" sz="1438" spc="14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DATABÁZOVÁ ŠTRUKTÚRA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0" y="3386393"/>
            <a:ext cx="6500872" cy="437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users — registrovaní používatelia s rolami (účastník / organizátor)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events — eventy s názvom, popisom, miestom, dátumom a profilovou fotografiou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ticket_types — typy lístkov pre každý event (napr. Standard, VIP) s cenou a počtom kusov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orders — objednávky prepájajúce používateľa s eventom a celkovou sumou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tickets — jednotlivé lístky s unikátnym UUID kódom a stavom použitia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wallet_transactions — história všetkých pohybov na peňaženke (dobíjanie, nákupy)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checkins — záznamy o úspešnom check-in skenovaní lístka</a:t>
            </a:r>
          </a:p>
          <a:p>
            <a:pPr marL="317163" lvl="1" indent="-158582" algn="l">
              <a:lnSpc>
                <a:spcPts val="2056"/>
              </a:lnSpc>
              <a:buFont typeface="Arial"/>
              <a:buChar char="•"/>
            </a:pPr>
            <a:r>
              <a:rPr lang="en-US" sz="1469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musicians — zoznam hudobníkov, ktorých je možné priradiť k eventu</a:t>
            </a:r>
          </a:p>
          <a:p>
            <a:pPr algn="l">
              <a:lnSpc>
                <a:spcPts val="2056"/>
              </a:lnSpc>
            </a:pPr>
            <a:endParaRPr lang="en-US" sz="1469" spc="14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algn="l">
              <a:lnSpc>
                <a:spcPts val="2056"/>
              </a:lnSpc>
            </a:pPr>
            <a:endParaRPr lang="en-US" sz="1469" spc="14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FUNKCIE SYSTÉMU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0" y="3376868"/>
            <a:ext cx="6393217" cy="405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Registrácia a prihlásenie s dvoma rolami — účastník a organizátor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Organizátori môžu vytvárať eventy, nastaviť typy lístkov s cenou a počtom kusov, priradiť hudobníka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Eventy sa automaticky skryjú po uplynutí dátumu konania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Peňaženka — používateľ si dobije kredit a ním platí za lístky bez platobnej brány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 kúpe lístka príde automatický email s potvrdením a QR kódom každého lístka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Každý lístok má unikátny QR kód generovaný cez podpísanú URL adresu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Organizátor môže spustiť check-in skener priamo cez kameru zariadenia</a:t>
            </a:r>
          </a:p>
          <a:p>
            <a:pPr marL="311911" lvl="1" indent="-155956" algn="l">
              <a:lnSpc>
                <a:spcPts val="2022"/>
              </a:lnSpc>
              <a:buFont typeface="Arial"/>
              <a:buChar char="•"/>
            </a:pPr>
            <a:r>
              <a:rPr lang="en-US" sz="1444" spc="1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 naskenovaní sa lístok označí ako použitý a ďalší pokus o vstup je zamietnutý</a:t>
            </a:r>
          </a:p>
          <a:p>
            <a:pPr algn="l">
              <a:lnSpc>
                <a:spcPts val="2022"/>
              </a:lnSpc>
            </a:pPr>
            <a:endParaRPr lang="en-US" sz="1444" spc="14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PRIEBEH VÝVOJA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0" y="3540598"/>
            <a:ext cx="9753600" cy="2479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NÁVRH — VYTVORENIE DATABÁZOVEJ ŠTRUKTÚRY A ZÁKLADNÉHO ROUTINGU</a:t>
            </a:r>
          </a:p>
          <a:p>
            <a:pPr marL="302261" lvl="1" indent="-151130" algn="l">
              <a:lnSpc>
                <a:spcPts val="1960"/>
              </a:lnSpc>
              <a:buFont typeface="Arial"/>
              <a:buChar char="•"/>
            </a:pPr>
            <a:r>
              <a:rPr lang="en-US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Backend — implementácia autentifikácie, správy eventov a typov lístkov</a:t>
            </a:r>
          </a:p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Lístky a QR — generovanie unikátnych kódov, zobrazenie QR na wEBE AJ V EMAILI</a:t>
            </a:r>
          </a:p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EMAIL — AUTOMATICKÉ ODOSIELANIE POTVRDENIA S LÍSTKAMI CEZ RESEND</a:t>
            </a:r>
          </a:p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CHECK-IN — MANUÁLNY VSTUP KÓDU AJ ŽIVÝ SKENER CEZ KAMERU S OKAMŽITOU VALIDÁCIOU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 spc="434">
              <a:solidFill>
                <a:srgbClr val="26499E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05156" y="1619088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TextBox 3"/>
          <p:cNvSpPr txBox="1"/>
          <p:nvPr/>
        </p:nvSpPr>
        <p:spPr>
          <a:xfrm>
            <a:off x="466617" y="984811"/>
            <a:ext cx="8860858" cy="69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4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ZHRNUTIE</a:t>
            </a:r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Freeform 7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8" name="Freeform 8"/>
          <p:cNvSpPr/>
          <p:nvPr/>
        </p:nvSpPr>
        <p:spPr>
          <a:xfrm>
            <a:off x="0" y="3424493"/>
            <a:ext cx="9791164" cy="3904901"/>
          </a:xfrm>
          <a:custGeom>
            <a:avLst/>
            <a:gdLst/>
            <a:ahLst/>
            <a:cxnLst/>
            <a:rect l="l" t="t" r="r" b="b"/>
            <a:pathLst>
              <a:path w="9791164" h="3904901">
                <a:moveTo>
                  <a:pt x="0" y="0"/>
                </a:moveTo>
                <a:lnTo>
                  <a:pt x="9791164" y="0"/>
                </a:lnTo>
                <a:lnTo>
                  <a:pt x="9791164" y="3904902"/>
                </a:lnTo>
                <a:lnTo>
                  <a:pt x="0" y="39049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75370" b="-75370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9" name="TextBox 9"/>
          <p:cNvSpPr txBox="1"/>
          <p:nvPr/>
        </p:nvSpPr>
        <p:spPr>
          <a:xfrm>
            <a:off x="0" y="3540598"/>
            <a:ext cx="9753600" cy="1001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1" lvl="1" indent="-151130" algn="l">
              <a:lnSpc>
                <a:spcPts val="1960"/>
              </a:lnSpc>
              <a:spcBef>
                <a:spcPct val="0"/>
              </a:spcBef>
              <a:buFont typeface="Arial"/>
              <a:buChar char="•"/>
            </a:pP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Projekt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bol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dokon</a:t>
            </a:r>
            <a:r>
              <a:rPr lang="sk-SK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čený</a:t>
            </a:r>
            <a:r>
              <a:rPr lang="sk-SK" sz="1400" spc="434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ako w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ebová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aplikácia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.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Podarilo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sa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implementovať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kompletný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tok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od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registrácie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používateľa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cez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kúpu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lístka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až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po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vstup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na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event.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Systém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je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plne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funkčný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na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lokálnom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serveri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a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pripravený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na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1400" spc="434" dirty="0" err="1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nasadenie</a:t>
            </a:r>
            <a:r>
              <a:rPr lang="en-US" sz="1400" spc="434" dirty="0">
                <a:solidFill>
                  <a:srgbClr val="26499E"/>
                </a:solidFill>
                <a:latin typeface="Anonymous Pro"/>
                <a:ea typeface="Anonymous Pro"/>
                <a:cs typeface="Anonymous Pro"/>
                <a:sym typeface="Anonymous Pr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49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24856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3" name="Freeform 3"/>
          <p:cNvSpPr/>
          <p:nvPr/>
        </p:nvSpPr>
        <p:spPr>
          <a:xfrm>
            <a:off x="7724856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4" name="Freeform 4"/>
          <p:cNvSpPr/>
          <p:nvPr/>
        </p:nvSpPr>
        <p:spPr>
          <a:xfrm>
            <a:off x="-2752644" y="-1305087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5" name="Freeform 5"/>
          <p:cNvSpPr/>
          <p:nvPr/>
        </p:nvSpPr>
        <p:spPr>
          <a:xfrm>
            <a:off x="-2295444" y="4962363"/>
            <a:ext cx="4743450" cy="4095750"/>
          </a:xfrm>
          <a:custGeom>
            <a:avLst/>
            <a:gdLst/>
            <a:ahLst/>
            <a:cxnLst/>
            <a:rect l="l" t="t" r="r" b="b"/>
            <a:pathLst>
              <a:path w="4743450" h="4095750">
                <a:moveTo>
                  <a:pt x="0" y="0"/>
                </a:moveTo>
                <a:lnTo>
                  <a:pt x="4743450" y="0"/>
                </a:lnTo>
                <a:lnTo>
                  <a:pt x="47434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7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66" r="-16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6" name="Freeform 6"/>
          <p:cNvSpPr/>
          <p:nvPr/>
        </p:nvSpPr>
        <p:spPr>
          <a:xfrm>
            <a:off x="3621972" y="1239099"/>
            <a:ext cx="2509655" cy="2178191"/>
          </a:xfrm>
          <a:custGeom>
            <a:avLst/>
            <a:gdLst/>
            <a:ahLst/>
            <a:cxnLst/>
            <a:rect l="l" t="t" r="r" b="b"/>
            <a:pathLst>
              <a:path w="2509655" h="2178191">
                <a:moveTo>
                  <a:pt x="0" y="0"/>
                </a:moveTo>
                <a:lnTo>
                  <a:pt x="2509656" y="0"/>
                </a:lnTo>
                <a:lnTo>
                  <a:pt x="2509656" y="2178191"/>
                </a:lnTo>
                <a:lnTo>
                  <a:pt x="0" y="2178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26" r="-426"/>
            </a:stretch>
          </a:blipFill>
        </p:spPr>
        <p:txBody>
          <a:bodyPr/>
          <a:lstStyle/>
          <a:p>
            <a:endParaRPr lang="sk-SK"/>
          </a:p>
        </p:txBody>
      </p:sp>
      <p:sp>
        <p:nvSpPr>
          <p:cNvPr id="7" name="TextBox 7"/>
          <p:cNvSpPr txBox="1"/>
          <p:nvPr/>
        </p:nvSpPr>
        <p:spPr>
          <a:xfrm>
            <a:off x="471488" y="3571875"/>
            <a:ext cx="8810625" cy="355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5"/>
              </a:lnSpc>
            </a:pPr>
            <a:r>
              <a:rPr lang="en-US" sz="4025" b="1" spc="1247">
                <a:solidFill>
                  <a:srgbClr val="FFFF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ĎAKUJEM ZA POZORNOSŤ. SOM OTVORENÝ AKÝMKOĽVEK OTÁZKAM K PROJEKTU.</a:t>
            </a:r>
          </a:p>
          <a:p>
            <a:pPr algn="ctr">
              <a:lnSpc>
                <a:spcPts val="5634"/>
              </a:lnSpc>
            </a:pPr>
            <a:endParaRPr lang="en-US" sz="4025" b="1" spc="1247">
              <a:solidFill>
                <a:srgbClr val="FFFFFF"/>
              </a:solidFill>
              <a:latin typeface="Anonymous Pro Bold"/>
              <a:ea typeface="Anonymous Pro Bold"/>
              <a:cs typeface="Anonymous Pro Bold"/>
              <a:sym typeface="Anonymous Pro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478</Words>
  <Application>Microsoft Office PowerPoint</Application>
  <PresentationFormat>Vlastná</PresentationFormat>
  <Paragraphs>51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4" baseType="lpstr">
      <vt:lpstr>Anonymous Pro Bold</vt:lpstr>
      <vt:lpstr>Arial</vt:lpstr>
      <vt:lpstr>Calibri</vt:lpstr>
      <vt:lpstr>Anonymous Pro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Eventzo - webova aplikácia</dc:title>
  <cp:lastModifiedBy>Kováčová Nela</cp:lastModifiedBy>
  <cp:revision>2</cp:revision>
  <dcterms:created xsi:type="dcterms:W3CDTF">2006-08-16T00:00:00Z</dcterms:created>
  <dcterms:modified xsi:type="dcterms:W3CDTF">2026-04-27T20:26:58Z</dcterms:modified>
  <dc:identifier>DAHCvO73wLY</dc:identifier>
</cp:coreProperties>
</file>